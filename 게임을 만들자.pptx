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45" d="100"/>
          <a:sy n="45" d="100"/>
        </p:scale>
        <p:origin x="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5778F-E1B8-ED8B-33D2-5807D0CC5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2CEA74-195E-E0C9-183B-395EDCDCD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81642-FC80-82FF-A057-2590407C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365C4D-33C6-90B8-5F67-8E0A4429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FA242C-ADAA-C60E-B911-A10806EA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31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FA8EA-C2BA-49A5-9527-CDBC18BF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EAAA80-B167-CA3B-71B9-A4A28E13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9AECA-88FF-2561-41D6-D3DEF0BCA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F4831-1A25-B8BC-87BC-9C610D15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02C60-CA2C-08F0-083E-BACA50EE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50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3F01A-A7B3-F4D4-826F-6B2B376D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0EEA1-F129-DA20-F3C7-68F2EC7A4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6BC95-5721-6365-960A-D8529D99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A71F6C-4BAF-8E66-AD60-6F0027CA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3CA19-266B-07F9-B210-04915C6E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7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C5597-AD96-7230-5FA2-64973460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FD33B-C7E8-1B19-3B8C-D962F447D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E2E3EF-93F7-37B3-01CE-AD60D2698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E4118B-42D9-326E-AFEE-B021A835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F838D4-2E69-26D1-2650-A8754B9B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1EBB83-1A56-F568-0C2E-03225237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44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561D9-0444-BE46-9306-469773D6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79DE21-6BC1-FBB5-38EA-969F181EA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D9BA95-759C-A1AC-4DF7-D769DEFE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8E575C-E46C-4F26-8854-926E697EE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F422CD-5116-6DE2-2459-6DA0759D7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B8CC3-1CCE-E23C-8621-E292EF38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A3317F-0FE3-7A72-CA87-90C7A7AC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A90A9D-53B8-20C3-A484-BFF4B34B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4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6EAC3-E0A8-6980-3A06-72CE964A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FB810D-744E-7455-6135-4E636D88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D7A0C0-E7A8-B010-8542-70970F700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B36EAC-16F2-B9DC-1689-51C491F2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67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60E9B7-9C07-86CE-6EBF-63533EBD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1FBD16-636D-5FC7-6C82-25C801F0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0CB1B8-CADA-3BFE-8891-68B18FF5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01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C1A76-2695-BFAE-B797-68240D72D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E3511-71C9-9311-5EDE-02D9C6F3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8B22E1-2A0B-6D0C-AA6E-F7D873214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336B7-0F2A-B9B4-7618-0C9DF1A1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197575-BB35-C4D8-AC53-9EF0AF7F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D2C739-AB93-A5A4-CA36-0302D7A9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03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0D80-C71B-D216-EAA2-6BF908DA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BD5791-B2DD-D687-BA9D-D92DA8BC9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F4501D-C39F-21F2-6C45-870F66655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E46D0F-0CC2-D50A-356E-45FF5162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8E1A5-E383-A2F0-BB08-8326C86D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572154-A9F8-4B9F-1C8C-6F7ED854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17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01506-8834-CD93-3E79-907CF43D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960603-65F0-4776-82D1-342B974DB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A8C90D-8ECA-F284-D208-34A4AA84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794D4-9952-60EE-83FA-278B1BB7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23E84-7AAE-FCC9-4A7B-1D462E4F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1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8A86F1-4D39-FC23-484C-649391FA6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3D8E5C-A43C-6A9E-7FEC-DE7ABFDC9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311A6-CBF4-9418-D0AB-876EE64BA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1F377-0C7E-297C-34D4-58BF9C27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0D1752-EFB4-C8D4-5CFA-49C83FBC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39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99A1E6-0DA6-6C33-B0B6-9CCF4614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C4E966-1C28-38E7-7748-84CC8F003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FF76BE-2258-2487-6720-03EE08420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1A9CE-4941-438D-97E2-CC45C4773B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F4372F-A1EF-CBF4-84DF-B0367E544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3AA139-658F-1B1C-8ACA-A7D778DF3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3BDA7-1792-4C27-B48E-A357AC2C9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60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59567-C2BA-8214-EDB6-BC408A3A8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게임을 만들자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77008-E5FF-D831-6BD9-008C702049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62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8AA2E-F86F-02DA-A8F3-FEE8B278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제작자 경력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EA4D1-1454-8C25-3DAA-22C11C36E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게임 만들 줄 앎 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대학생 시절 게임 만들기 동아리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그림 그릴 줄 앎 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중학생 때 미술 함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89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E18FB-E38B-3096-4C7C-476321203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게임을 만드는 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23439-E535-3D99-B345-C28F48DA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아이디어 </a:t>
            </a:r>
            <a:endParaRPr lang="en-US" altLang="ko-KR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POC</a:t>
            </a: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레퍼런스 찾기</a:t>
            </a:r>
            <a:endParaRPr lang="en-US" altLang="ko-KR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피드백 받기 </a:t>
            </a:r>
            <a:endParaRPr lang="en-US" altLang="ko-KR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피드백 수용 </a:t>
            </a:r>
            <a:endParaRPr lang="en-US" altLang="ko-KR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반복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3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545C7-F7D0-AE46-F541-AC69CF5F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79A2CE-B5DD-E8AD-DA69-2D29853C1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TO-DO list </a:t>
            </a:r>
            <a:r>
              <a:rPr lang="ko-KR" altLang="en-US" dirty="0">
                <a:solidFill>
                  <a:schemeClr val="bg1"/>
                </a:solidFill>
              </a:rPr>
              <a:t>방치형 힐링 스토리 게임 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근무 중 동기부여 </a:t>
            </a:r>
            <a:endParaRPr lang="en-US" altLang="ko-KR" dirty="0">
              <a:solidFill>
                <a:schemeClr val="bg1"/>
              </a:solidFill>
            </a:endParaRPr>
          </a:p>
          <a:p>
            <a:pPr lvl="1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고양이가 귀여움</a:t>
            </a:r>
            <a:endParaRPr lang="en-US" altLang="ko-KR" dirty="0">
              <a:solidFill>
                <a:schemeClr val="bg1"/>
              </a:solidFill>
            </a:endParaRPr>
          </a:p>
          <a:p>
            <a:pPr lvl="1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Real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time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</a:rPr>
              <a:t>TO-DO list + </a:t>
            </a:r>
            <a:r>
              <a:rPr lang="ko-KR" altLang="en-US" dirty="0">
                <a:solidFill>
                  <a:schemeClr val="bg1"/>
                </a:solidFill>
              </a:rPr>
              <a:t>게임성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 descr="Post by 대환장 갤러리 on X: AI의 수능성적">
            <a:extLst>
              <a:ext uri="{FF2B5EF4-FFF2-40B4-BE49-F238E27FC236}">
                <a16:creationId xmlns:a16="http://schemas.microsoft.com/office/drawing/2014/main" id="{4E6113D9-C5E1-9B9E-12CA-01F558A0D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2682875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9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22690-D825-7B28-9ADF-C7B5DAEB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시놉시스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AB68A-E9DB-397B-7BA5-76ABA4BF7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직업도 집도 없는 </a:t>
            </a:r>
            <a:r>
              <a:rPr lang="en-US" altLang="ko-KR" dirty="0">
                <a:solidFill>
                  <a:schemeClr val="bg1"/>
                </a:solidFill>
              </a:rPr>
              <a:t>“</a:t>
            </a:r>
            <a:r>
              <a:rPr lang="ko-KR" altLang="en-US" dirty="0">
                <a:solidFill>
                  <a:schemeClr val="bg1"/>
                </a:solidFill>
              </a:rPr>
              <a:t>나</a:t>
            </a:r>
            <a:r>
              <a:rPr lang="en-US" altLang="ko-KR" dirty="0">
                <a:solidFill>
                  <a:schemeClr val="bg1"/>
                </a:solidFill>
              </a:rPr>
              <a:t>“ (</a:t>
            </a:r>
            <a:r>
              <a:rPr lang="ko-KR" altLang="en-US" dirty="0">
                <a:solidFill>
                  <a:schemeClr val="bg1"/>
                </a:solidFill>
              </a:rPr>
              <a:t>고양이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는 어느 날 수상한 기업 </a:t>
            </a:r>
            <a:r>
              <a:rPr lang="en-US" altLang="ko-KR" dirty="0">
                <a:solidFill>
                  <a:schemeClr val="bg1"/>
                </a:solidFill>
              </a:rPr>
              <a:t>copycat </a:t>
            </a:r>
            <a:r>
              <a:rPr lang="ko-KR" altLang="en-US" dirty="0">
                <a:solidFill>
                  <a:schemeClr val="bg1"/>
                </a:solidFill>
              </a:rPr>
              <a:t>의 사장이 되어 마약류인 </a:t>
            </a:r>
            <a:r>
              <a:rPr lang="en-US" altLang="ko-KR" dirty="0">
                <a:solidFill>
                  <a:schemeClr val="bg1"/>
                </a:solidFill>
              </a:rPr>
              <a:t>“</a:t>
            </a:r>
            <a:r>
              <a:rPr lang="ko-KR" altLang="en-US" dirty="0" err="1">
                <a:solidFill>
                  <a:schemeClr val="bg1"/>
                </a:solidFill>
              </a:rPr>
              <a:t>캣닢</a:t>
            </a:r>
            <a:r>
              <a:rPr lang="en-US" altLang="ko-KR" dirty="0">
                <a:solidFill>
                  <a:schemeClr val="bg1"/>
                </a:solidFill>
              </a:rPr>
              <a:t>”</a:t>
            </a:r>
            <a:r>
              <a:rPr lang="ko-KR" altLang="en-US" dirty="0">
                <a:solidFill>
                  <a:schemeClr val="bg1"/>
                </a:solidFill>
              </a:rPr>
              <a:t>을 조달한다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96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1A3CF8D-FF57-7E48-682B-F04961C03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4" y="2181693"/>
            <a:ext cx="4635364" cy="311893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FE234BB6-00E1-66D1-3CA7-2BC69335A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실패작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01081E3-6AC4-EB5A-2F06-1B91476611B9}"/>
              </a:ext>
            </a:extLst>
          </p:cNvPr>
          <p:cNvSpPr txBox="1">
            <a:spLocks/>
          </p:cNvSpPr>
          <p:nvPr/>
        </p:nvSpPr>
        <p:spPr>
          <a:xfrm>
            <a:off x="1414148" y="14047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직접그림</a:t>
            </a:r>
            <a:r>
              <a:rPr lang="en-US" altLang="ko-KR" sz="2800" dirty="0">
                <a:solidFill>
                  <a:schemeClr val="bg1"/>
                </a:solidFill>
              </a:rPr>
              <a:t>….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1B60EBE-1A87-6097-F0D9-5AC63315E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345" y="2444323"/>
            <a:ext cx="6914403" cy="2203606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CB40B074-027E-C1AC-9309-FAFC669C3668}"/>
              </a:ext>
            </a:extLst>
          </p:cNvPr>
          <p:cNvSpPr txBox="1">
            <a:spLocks/>
          </p:cNvSpPr>
          <p:nvPr/>
        </p:nvSpPr>
        <p:spPr>
          <a:xfrm>
            <a:off x="7586229" y="46378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solidFill>
                  <a:schemeClr val="bg1"/>
                </a:solidFill>
              </a:rPr>
              <a:t>….??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34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F6EC5-4932-0DCC-3964-1E7C3A42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레퍼런스 투입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FD34944-71A1-4D4A-A1A0-0F7F7A4E6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7252230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AC00C5-49B2-FA44-9FFD-2B2420C4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122" y="2620542"/>
            <a:ext cx="2495678" cy="23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8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D878A-C204-C194-B1C0-89C7EAE1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bg1"/>
                </a:solidFill>
              </a:rPr>
              <a:t>그림체</a:t>
            </a:r>
            <a:r>
              <a:rPr lang="ko-KR" altLang="en-US" dirty="0">
                <a:solidFill>
                  <a:schemeClr val="bg1"/>
                </a:solidFill>
              </a:rPr>
              <a:t> 탐색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B8CA363-57C4-62AF-AC47-B14BA8AAA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0315"/>
            <a:ext cx="2182242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42D7728-F6FF-5D37-7FE6-30D39C3F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23"/>
          <a:stretch>
            <a:fillRect/>
          </a:stretch>
        </p:blipFill>
        <p:spPr>
          <a:xfrm>
            <a:off x="3233981" y="2054219"/>
            <a:ext cx="2476608" cy="41435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50869F3-941E-1650-8EEE-A4DEB58E8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128" y="2054219"/>
            <a:ext cx="5760720" cy="3429000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B15288FF-AF73-0A86-8BF2-16A362EE4650}"/>
              </a:ext>
            </a:extLst>
          </p:cNvPr>
          <p:cNvSpPr txBox="1">
            <a:spLocks/>
          </p:cNvSpPr>
          <p:nvPr/>
        </p:nvSpPr>
        <p:spPr>
          <a:xfrm>
            <a:off x="7057591" y="51839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solidFill>
                  <a:schemeClr val="bg1"/>
                </a:solidFill>
              </a:rPr>
              <a:t>Eerie polygon style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1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1F3DFA4-16E0-8B7D-A33B-AEA0CE471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91" y="365125"/>
            <a:ext cx="5995458" cy="35972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B7F2EB-DE9B-917B-1C84-84C5987B4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363" y="2350366"/>
            <a:ext cx="6904182" cy="41425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6531AB-EBF7-2EC8-6F4D-8A76CE8F2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400" y="640276"/>
            <a:ext cx="2704400" cy="58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35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90</Words>
  <Application>Microsoft Office PowerPoint</Application>
  <PresentationFormat>와이드스크린</PresentationFormat>
  <Paragraphs>26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게임을 만들자</vt:lpstr>
      <vt:lpstr>제작자 경력</vt:lpstr>
      <vt:lpstr>게임을 만드는 법</vt:lpstr>
      <vt:lpstr>아이디어</vt:lpstr>
      <vt:lpstr>시놉시스</vt:lpstr>
      <vt:lpstr>실패작</vt:lpstr>
      <vt:lpstr>레퍼런스 투입</vt:lpstr>
      <vt:lpstr>그림체 탐색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반세현</dc:creator>
  <cp:lastModifiedBy>반세현</cp:lastModifiedBy>
  <cp:revision>4</cp:revision>
  <dcterms:created xsi:type="dcterms:W3CDTF">2026-08-20T09:22:38Z</dcterms:created>
  <dcterms:modified xsi:type="dcterms:W3CDTF">2026-08-21T04:24:47Z</dcterms:modified>
</cp:coreProperties>
</file>